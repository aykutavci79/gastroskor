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B703"/>
                </a:solidFill>
                <a:latin typeface="Calibri"/>
              </a:rPr>
              <a:t>GastroSkor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Restoran Paneli — Üyelik Aktivasyon Kılavuzu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0A0"/>
                </a:solidFill>
                <a:latin typeface="Calibri"/>
              </a:rPr>
              <a:t>Bu dosya, üyeliğiniz aktive edildiğinde e-posta ile gönderilir.</a:t>
            </a:r>
            <a:br/>
            <a:r>
              <a:t>Paneli kendi hızınızda inceleyin; her bölümde ne işe yaradığını ve nasıl kullanılacağını bulacaksınız.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2B788"/>
                </a:solidFill>
                <a:latin typeface="Calibri"/>
              </a:rPr>
              <a:t>www.gastroskor.com.tr/panel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GastroSkor paneli size ne kazandırır?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Mekanınızı mobil uygulama ve web’de öne çıkarır — menü, fotoğraf, online sipariş.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Müşteri geri bildirimini yönetirsiniz: kötü yorum yayına çıkmadan önce çözüm şansı.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Takipçilerinize toplu bildirim ve kupon kampanyası gönderebilirsiniz.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Rakip restoranları AI ile kıyaslayıp güçlü / zayıf yönlerinizi görürsünüz.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Online siparişleri tek ekrandan onaylar, reddeder veya yazdırırsınız.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Google İşletme Profilinizi bağlayarak tüm Google yorum havuzunu analiz edebilirsiniz.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Panel web üzerinden çalışır — bilgisayar veya tablet tarayıcısı yeterli.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Panele nasıl girilir?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Adres: www.gastroskor.com.tr/panel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Google işletme e-postanız ile giriş yapın (başvuruda kullandığınız hesap).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İlk girişte mekanınızı doğrulayın: SMS kodu veya ziyaret doğrulaması.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Tam yetki (mesaj, kupon, remedy teklifi) için doğrulama tamamlanmalıdır.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Deneme süresince üst bantta kalan gün ve sonraki ay ücreti görünür.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Mobil uygulamada panel sekmesi yok — tarayıcıdan kullanın.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Ana sayfa (Dashboard)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Haftalık harita tıklama ve profil görüntülenme sayıları.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Google ve GastroSkor puan özeti.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Açık şikayet ve bekleyen online sipariş sayısı.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AI özet metni: performans ve rakip kısa değerlendirme.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Rakip ekleme ve analiz başlatma kısayolları.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Vitrin, menü ve görünürlük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Menü fotoğrafı ve kart kapak görseli yükleyin.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Menü kalemlerini ekleyin: ad, fiyat, kategori, açıklama.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Online sipariş aç/kapa, mutfak etiketleri, kurye rozeti.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Sipariş telefonu, WhatsApp ve Instagram bağlantıları.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Sesli sipariş için ürün kataloğunu işaretleyin (online sipariş açıkken).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Ayarlar kaydedildiğinde uygulamada ve web’de vitrin güncellenir.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Menü ve vitrin, aktif üyelik / deneme süresince yayında kalır.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Online siparişler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Müşteri uygulamadan sipariş verir → panelde anlık bildirim (ses + tarayıcı).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Sipariş kartında: ürünler, adres, telefon, not.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Onayla veya reddet (hazır red sebepleri + özel mesaj).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Mutfak için tarayıcıdan yazdır.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Ödeme uygulama içinde alınmaz — müşteriyle telefonla netleşirsiniz.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Teslimat sonrası müşteri Lezzet · Servis · Kurye puanı verebilir.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Kötü yorumlar — Remedy (en büyük fark)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3 yıldız ve altı GastroSkor yorumları önce size özel gelir; herkese açık değil.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24 saat içinde müşteriye indirim kuponu teklif edebilirsiniz (%5–100).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Müşteri kabul ederse yorum gizli kalır; siz müşteriyi geri kazanırsınız.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Süre dolarsa veya teklif vermezseniz yorum normal yayın akışına girer.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Amaç: kamuya açık kötü puan yerine önce çözüm şansı.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Panel → Düşük puanlı yorumlar / Remedy bölümü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Özel şikayetler (Gizli geri bildirim)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Müşteriler mekan hakkında uygulama içi özel şikayet açabilir.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Şikayetler herkese açık yorum değildir — sadece panelinizde görünür.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Kategoriye göre filtreleyin; durum güncelleyin (inceleniyor / çözüldü).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Müşteriye panelden mesaj yazın.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Telafi kuponu tanımlayın (%10 / %25 / %50, süreli).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Panel → Şikayetler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Takipçiler ve kupon kampanyaları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Uygulamada mekanınızı takip eden kullanıcıları listede görün.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Kampanya oluşturun: indirim %, geçerlilik günü, kupon adedi.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Her takipçiye benzersiz GS- kupon kodu ve mobil bildirim gider.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Kasada kodu girerek tek kullanımlık kuponu kapatabilirsiniz.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Kampanya istatistikleri: verilen / kullanılan / süresi dolan.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Panel → Takipçiler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Rakip analizi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Rakip mekan ekleyin (denemede 1, ücretli planda daha fazla).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AI, son ~90 gün yorumlarınızı rakiple kıyaslar.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Rapor: sizin güçlü yönler, geliştirmeniz gereken alanlar, kanıt alıntıları.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Geçmiş raporlar ve trend grafiği panelde saklanır.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Standart planda belirli aralıklarla ücretsiz analiz hakkı; ek paket satın alınabilir.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Google İşletme Profili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Google Business hesabınızı panele bağlayın (OAuth).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Sadece 5 örnek yorum değil — tüm Google yorum havuzunu analiz edin.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Trend ve tema özetleri panelde görünür.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Bağlantıyı istediğiniz zaman kaldırabilirsiniz.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Bildirimler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Panel zil ikonu: yeni sipariş, düşük puan, rakip değişimi, analiz hazır.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E-posta tercihlerini açıp kapatabilirsiniz.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Deneme bitişi ve sözleşme hatırlatmaları otomatik gelir.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Üyelik ve ücretlendirme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1051560"/>
          </a:xfrm>
          <a:prstGeom prst="rect">
            <a:avLst/>
          </a:prstGeom>
          <a:solidFill>
            <a:srgbClr val="1E1E1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3"/>
                </a:solidFill>
                <a:latin typeface="Calibri"/>
              </a:rPr>
              <a:t>1. 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481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Deneme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813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2B788"/>
                </a:solidFill>
                <a:latin typeface="Calibri"/>
              </a:rPr>
              <a:t>0 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Tüm panel özellikleri açık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7680960" cy="1051560"/>
          </a:xfrm>
          <a:prstGeom prst="rect">
            <a:avLst/>
          </a:prstGeom>
          <a:solidFill>
            <a:srgbClr val="1E1E1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3"/>
                </a:solidFill>
                <a:latin typeface="Calibri"/>
              </a:rPr>
              <a:t>2. 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15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Giriş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2B788"/>
                </a:solidFill>
                <a:latin typeface="Calibri"/>
              </a:rPr>
              <a:t>399 TL / 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Deneme sonrası ilk ücretli dönem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7680960" cy="1051560"/>
          </a:xfrm>
          <a:prstGeom prst="rect">
            <a:avLst/>
          </a:prstGeom>
          <a:solidFill>
            <a:srgbClr val="1E1E1E"/>
          </a:solidFill>
          <a:ln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703"/>
                </a:solidFill>
                <a:latin typeface="Calibri"/>
              </a:rPr>
              <a:t>3. ay ve sonrası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Standart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50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2B788"/>
                </a:solidFill>
                <a:latin typeface="Calibri"/>
              </a:rPr>
              <a:t>599 TL / 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434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Tam panel + görünürlük + kampanyalar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Ödeme panel üzerinden (kart) — fatura bilgilerinizi güncel tutun.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Deneme bitiminden önce imzalı sözleşmeyi posta ile göndermeniz gerekir.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Ek AI analiz paketleri panelde ayrıca listelenir (isteğe bağlı).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İlk 7 gün — önerilen sıra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1. Panele girin ve mekan doğrulamasını tamamlayın.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2. Menü + fotoğrafları yükleyin; online siparişi açın.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3. Test siparişi alın; onay / red / yazdır akışını deneyin.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4. Takipçi kampanyası veya remedy senaryosunu inceleyin.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5. Bir rakip ekleyip AI raporu oluşturun.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6. Sözleşmeyi imzalayıp posta ile gönderin (deneme bitmeden).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"/>
              </a:rPr>
              <a:t>Sorularınız için: paneldeki bildirimler ve başvuru e-postanızdaki iletişim kanalı.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B703"/>
                </a:solidFill>
                <a:latin typeface="Calibri"/>
              </a:rPr>
              <a:t>Hoş geldiniz!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"/>
              </a:rPr>
              <a:t>GastroSkor ailesine katıldığınız için teşekkürler.</a:t>
            </a:r>
            <a:br/>
            <a:r>
              <a:t>Panel: www.gastroskor.com.tr/panel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